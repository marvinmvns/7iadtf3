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15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980B9"/>
                </a:solidFill>
                <a:latin typeface="Calibri"/>
              </a:defRPr>
            </a:pPr>
            <a:r>
              <a:t>RELATÓRIO DE PRODUTIVIDADE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Ganhos de Produtividade</a:t>
            </a:r>
            <a:br/>
            <a:r>
              <a:t>com Devin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5A5A6"/>
                </a:solidFill>
                <a:latin typeface="Calibri"/>
              </a:defRPr>
            </a:pPr>
            <a:r>
              <a:t>Análise Comparativa: Processos Manuais vs. Automação com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754880"/>
            <a:ext cx="3047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Março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5669280"/>
            <a:ext cx="2011680" cy="822960"/>
          </a:xfrm>
          <a:prstGeom prst="rect">
            <a:avLst/>
          </a:prstGeom>
          <a:solidFill>
            <a:srgbClr val="15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Economia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548h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5669280"/>
            <a:ext cx="2011680" cy="822960"/>
          </a:xfrm>
          <a:prstGeom prst="rect">
            <a:avLst/>
          </a:prstGeom>
          <a:solidFill>
            <a:srgbClr val="15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Ganho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5669280"/>
            <a:ext cx="2011680" cy="822960"/>
          </a:xfrm>
          <a:prstGeom prst="rect">
            <a:avLst/>
          </a:prstGeom>
          <a:solidFill>
            <a:srgbClr val="151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A6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R$ 82,268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que é Devin?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2/11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Devin é o primeiro engenheiro de software autônomo com IA, desenvolvido pela Cognition AI.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Capacidades principais: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Planeja e executa tarefas complexas de engenharia de software de forma autônoma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Utiliza ferramentas de desenvolvedor: editor de código, terminal, navegador e depurador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Aprende e se adapta ao contexto do projeto em tempo real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Resolve bugs, corrige vulnerabilidades e realiza migrações de frameworks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Gera Pull Requests prontos para revisão humana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Modelo de trabalho: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O desenvolvedor humano atua como supervisor e revisor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Devin executa o trabalho pesado de codificação autonomamente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Redução drástica do tempo humano investido em tarefas repetitivas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45920"/>
            <a:ext cx="3200400" cy="41148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1645920"/>
            <a:ext cx="54864" cy="4114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35B"/>
                </a:solidFill>
                <a:latin typeface="Calibri"/>
              </a:defRPr>
            </a:pPr>
            <a:r>
              <a:t>Devin em números: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  <a:r>
              <a:t>14 tarefas executadas</a:t>
            </a:r>
          </a:p>
          <a:p>
            <a:pPr>
              <a:defRPr sz="1300" b="1">
                <a:solidFill>
                  <a:srgbClr val="27AE60"/>
                </a:solidFill>
                <a:latin typeface="Calibri"/>
              </a:defRPr>
            </a:pPr>
            <a:r>
              <a:t>1.838,9h de trabalho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  <a:r>
              <a:t>autônomo do Devin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27AE60"/>
                </a:solidFill>
                <a:latin typeface="Calibri"/>
              </a:defRPr>
            </a:pPr>
            <a:r>
              <a:t>Apenas 112,3h de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  <a:r>
              <a:t>trabalho humano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  <a:r>
              <a:t>necessárias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27AE60"/>
                </a:solidFill>
                <a:latin typeface="Calibri"/>
              </a:defRPr>
            </a:pPr>
            <a:r>
              <a:t>Ganho de 83%</a:t>
            </a:r>
          </a:p>
          <a:p>
            <a:pPr>
              <a:defRPr sz="1300">
                <a:solidFill>
                  <a:srgbClr val="1A235B"/>
                </a:solidFill>
                <a:latin typeface="Calibri"/>
              </a:defRPr>
            </a:pPr>
            <a:r>
              <a:t>em produtividade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que é Sysdig?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3/11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Sysdig é uma plataforma de segurança e monitoramento para ambientes cloud-native e containers.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Funcionalidades principais: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Detecção de vulnerabilidades em imagens de containers e dependências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Monitoramento de runtime com regras baseadas em Falco (open source)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Análise de conformidade e compliance (PCI-DSS, SOC2, NIST)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Scanning contínuo de imagens em registries e pipelines CI/CD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Geração de relatórios de vulnerabilidades com priorização por risco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Contexto no projeto: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O Sysdig identificou vulnerabilidades em múltiplos microsserviços</a:t>
            </a:r>
          </a:p>
          <a:p>
            <a:pPr>
              <a:spcAft>
                <a:spcPts val="300"/>
              </a:spcAft>
              <a:defRPr sz="1500" b="1">
                <a:solidFill>
                  <a:srgbClr val="C0392B"/>
                </a:solidFill>
                <a:latin typeface="Calibri"/>
              </a:defRPr>
            </a:pPr>
            <a:r>
              <a:t>   •  A remediação manual dessas vulnerabilidades consumiu 660,75 horas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Tarefas incluíam atualização de dependências, patches de segurança e refatoração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que é Trivy?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Trivy é um scanner de segurança open source desenvolvido pela Aqua Security.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Funcionalidades principais: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Scanning de vulnerabilidades em imagens de containers, filesystems e repositórios Git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Detecção de configurações incorretas (IaC: Terraform, Kubernetes, Docker)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Identificação de segredos expostos no código-fonte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Suporte a múltiplos ecossistemas: npm, pip, Maven, Go, Ruby, etc.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Integração nativa com CI/CD (GitHub Actions, GitLab CI, Jenkins)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1A235B"/>
                </a:solidFill>
                <a:latin typeface="Calibri"/>
              </a:defRPr>
            </a:pPr>
            <a:r>
              <a:t>Relação com o projeto: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Trivy complementa o Sysdig na detecção de vulnerabilidades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Vulnerabilidades identificadas por ambas as ferramentas geraram as tarefas de remediação</a:t>
            </a:r>
          </a:p>
          <a:p>
            <a:pPr>
              <a:spcAft>
                <a:spcPts val="3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•  O Devin AI automatizou a correção dessas vulnerabilidades detectadas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Metodologia de Comparação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CENÁRIO SEM DEVIN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32 tarefas de remediação de vulnerabilidades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e correções manuais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Tempo medido: horas reais de trabalho humano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registradas nos tickets (Jira)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Inclui: análise, codificação, testes e deploy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Total: 660,75 horas de trabalho humano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CENÁRIO COM DEVIN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14 tarefas (9 migrações + 5 vulnerabilidades)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Tempo humano = supervisão + revisão de PR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Supervisão: 6h por tarefa (configuração,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acompanhamento e validação)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Revisão de PR: tempo real registrado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Total humano: 112,3 horas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Devin trabalhou 1.838,9h autonomamente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Cenário Sem Devin — Resumo dos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560320" cy="10972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Tarefas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560320" cy="10972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660,75h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Total de Horas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560320" cy="10972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20,6h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Média por Tarefa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560320" cy="10972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80h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Maior Tarefa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7432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132320"/>
                <a:gridCol w="1920240"/>
              </a:tblGrid>
              <a:tr h="315883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DTHDHLF-219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MS-CONSENTS-AUTH - Erro no transmissor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80,00h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LOADER-API-REVOKE -OFIN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47,00h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DTHDHLF-156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MS-CONSENT-INGESTION -OFIN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44,00h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MS-ACCESS-TOKEN -OFIN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41,75h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DTHDHLF-205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MS-CONSENTS-PARTNER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40,50h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MS-PARTICIPANTS-ADMIN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36,00h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DTHOIOP-4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MS-PCM-TOKEN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32,00h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MS-CONSENTS-ORPHANS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31,00h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SYSDIG - ORCH-SS-CONSENTS -OFIN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30,00h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DTHDHLF-220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NODE-OPENID-CLIENT - Nova rota scopes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26,00h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Calibri"/>
              </a:defRPr>
            </a:pPr>
            <a:r>
              <a:t>* Exibindo as 10 maiores tarefas. Total de 32 tarefas somando 660,75 horas.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Cenário Com Devin — Resumo dos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560320" cy="10972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Tarefas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560320" cy="10972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112,3h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Tempo Humano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560320" cy="10972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1.838,9h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Devin Autônomo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280160"/>
            <a:ext cx="2560320" cy="10972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325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8,0h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Média Humano/Tarefa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5B"/>
                </a:solidFill>
                <a:latin typeface="Calibri"/>
              </a:defRPr>
            </a:pPr>
            <a:r>
              <a:t>Migração de Framework (9 tarefas)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01752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Supervisão (9 × 6h)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54,0h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Revisão de PRs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26,7h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Humano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80,7h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Devin Autônomo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745,9h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179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5B"/>
                </a:solidFill>
                <a:latin typeface="Calibri"/>
              </a:defRPr>
            </a:pPr>
            <a:r>
              <a:t>Remediação de Vulnerabilidades (5 tarefas)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301752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Supervisão (5 × 6h)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30,0h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Revisão de PRs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Humano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31,6h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Devin Autônomo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1.093,0h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Nota: O tempo_total_hrs representa o tempo de trabalho autônomo do Devin. O tempo humano real é composto por: supervisão/configuração (6h por tarefa) + revisão do Pull Request (tempo_pr_hrs registrado).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Comparativo de Horas — 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8/11</a:t>
            </a:r>
          </a:p>
        </p:txBody>
      </p:sp>
      <p:pic>
        <p:nvPicPr>
          <p:cNvPr id="8" name="Picture 7" descr="grafico_comparativo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3657600"/>
          </a:xfrm>
          <a:prstGeom prst="rect">
            <a:avLst/>
          </a:prstGeom>
        </p:spPr>
      </p:pic>
      <p:pic>
        <p:nvPicPr>
          <p:cNvPr id="9" name="Picture 8" descr="grafico_distribuicao_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88720"/>
            <a:ext cx="4114800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Resumo: De 660,75 horas de trabalho manual, o uso do Devin reduziu o esforço humano para apenas 112,3 horas — uma economia de 548,5 horas (83% de redução). O Devin trabalhou 1.838,9 horas de forma autônoma, multiplicando a capacidade da equipe.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Percentual de Ganho e Economia de Horas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63040"/>
            <a:ext cx="5760720" cy="228600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7AE60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235B"/>
                </a:solidFill>
                <a:latin typeface="Calibri"/>
              </a:defRPr>
            </a:pPr>
            <a:r>
              <a:t>de redução no esforço humano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256032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Horas Sem Devin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Calibri"/>
              </a:defRPr>
            </a:pPr>
            <a:r>
              <a:t>660,75h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4206240"/>
            <a:ext cx="256032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Horas Com Devin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112,3h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256032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Economia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980B9"/>
                </a:solidFill>
                <a:latin typeface="Calibri"/>
              </a:defRPr>
            </a:pPr>
            <a:r>
              <a:t>548,5h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4206240"/>
            <a:ext cx="256032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Fator Multiplicador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663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39C12"/>
                </a:solidFill>
                <a:latin typeface="Calibri"/>
              </a:defRPr>
            </a:pPr>
            <a:r>
              <a:t>5,9×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5A5A6"/>
                </a:solidFill>
                <a:latin typeface="Calibri"/>
              </a:defRPr>
            </a:pPr>
            <a:r>
              <a:t>O fator multiplicador indica que, para cada hora humana investida com Devin, o equivalente a 5,9 horas de trabalho manual foi realizado.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ROI e Impacto Financeiro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10/11</a:t>
            </a:r>
          </a:p>
        </p:txBody>
      </p:sp>
      <p:pic>
        <p:nvPicPr>
          <p:cNvPr id="8" name="Picture 7" descr="grafico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5B"/>
                </a:solidFill>
                <a:latin typeface="Calibri"/>
              </a:defRPr>
            </a:pPr>
            <a:r>
              <a:t>Análise Financeira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173736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A235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Custo/hora desenvolvedor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R$ 150,00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 sem Devin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R$ 99.112,50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 com Devin (humano)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R$ 16.845,00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Economia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R$ 82.267,50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Percentual de economia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83,0%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4712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Projeção anual: Considerando que este volume de tarefas se repita trimestralmente, a economia anual projetada seria de aproximadamente R$ 329.070,00 (2.194 horas economizadas por ano). Isso equivale a liberar mais de 1 desenvolvedor em tempo integral (considerando 1.760h/ano úteis) para atividades de maior valor agregado.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Conclusões e Recomendações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A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Calibri"/>
              </a:defRPr>
            </a:pPr>
            <a:r>
              <a:t>Ganhos de Produtividade com Devin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Slide 11/11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CONCLUSÕES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O Devin AI demonstrou uma redução de 83%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no esforço humano necessário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 economia de 548,5 horas representa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R$ 82.267,50 em custos evitados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O modelo de supervisão + revisão de PR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mantém a qualidade e o controle humano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O Devin é especialmente eficaz em tarefas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repetitivas como correção de vulnerabilidades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e migrações de frameworks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 equipe pode focar em tarefas de maior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complexidade e valor estratégico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980B9"/>
                </a:solidFill>
                <a:latin typeface="Calibri"/>
              </a:defRPr>
            </a:pPr>
            <a:r>
              <a:t>RECOMENDAÇÕES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Expandir o uso do Devin para todas as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esteiras de remediação de vulnerabilidades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Adotar o Devin como padrão para migrações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de frameworks e atualizações de dependências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Estabelecer playbooks padronizados para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maximizar a eficiência do Devin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Treinar a equipe no modelo de supervisão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e revisão de código gerado por IA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Monitorar métricas de qualidade dos PRs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gerados pelo Devin continuamente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Avaliar expansão para outras squads 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domínios de desenvolvimento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